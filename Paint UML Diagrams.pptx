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520396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520396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f2520396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ff2520396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f252039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f252039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f2520396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ff2520396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050" y="0"/>
            <a:ext cx="674388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76" y="0"/>
            <a:ext cx="783185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175" y="0"/>
            <a:ext cx="5806986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100" y="0"/>
            <a:ext cx="5523794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